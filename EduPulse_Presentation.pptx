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4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0" y="2103120"/>
            <a:ext cx="5760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EduPulse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EC6"/>
                </a:solidFill>
                <a:latin typeface="Segoe UI"/>
              </a:defRPr>
            </a:pPr>
            <a:r>
              <a:t>A Modern Learning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1"/>
                </a:solidFill>
                <a:latin typeface="Segoe UI"/>
              </a:defRPr>
            </a:pPr>
            <a:r>
              <a:t>Full-Stack MERN Application  •  Built by Rishabh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846320"/>
            <a:ext cx="301752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18288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438912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8745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7451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377440"/>
            <a:ext cx="9144000" cy="438912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423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EC6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Tech Stack &amp;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926080"/>
            <a:ext cx="9144000" cy="438912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Student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474720"/>
            <a:ext cx="9144000" cy="438912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35204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5204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Instructor &amp; Admin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023360"/>
            <a:ext cx="9144000" cy="438912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4069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572000"/>
            <a:ext cx="9144000" cy="438912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4617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6E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API Layer &amp; 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120640"/>
            <a:ext cx="9144000" cy="438912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516635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1663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CI/CD &amp;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669280"/>
            <a:ext cx="9144000" cy="438912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4480" y="5715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EC6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715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1"/>
                </a:solidFill>
                <a:latin typeface="Segoe UI"/>
              </a:defRPr>
            </a:pPr>
            <a:r>
              <a:t>EduPulse is a comprehensive LMS enabling educators to publish courses and students to learn interactively. It features role-based access, real-time progress tracking, Stripe payments, and a modern React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291840" cy="25603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2918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🎓 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Browse &amp; enroll in courses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Video + article lessons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239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Track progress &amp; XP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714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Take notes per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18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Earn certificates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743200"/>
            <a:ext cx="3291840" cy="25603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743200"/>
            <a:ext cx="329184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EC6"/>
                </a:solidFill>
                <a:latin typeface="Segoe UI"/>
              </a:defRPr>
            </a:pPr>
            <a:r>
              <a:t>📊  Instructors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Course Studio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Curriculum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239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Revenue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4714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Q&amp;A moderation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818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Student engagement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743200"/>
            <a:ext cx="3291840" cy="25603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743200"/>
            <a:ext cx="329184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🔧  Admins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User &amp; role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Course moderation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1239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Coupon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714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Order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18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Platform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182880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510542" cy="2432304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⚛️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React 18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62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Redux Toolkit (state)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Framer Motion (animation)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570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Lucide React (icons)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04487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React Router v6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2432304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38328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EC6"/>
                </a:solidFill>
                <a:latin typeface="Segoe UI"/>
              </a:defRPr>
            </a:pPr>
            <a:r>
              <a:t>🖥️ 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Node.js + Express.js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62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MongoDB + Mongoose ODM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JWT dual-token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570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Passport.js (Google OAuth)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904487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RESTful API v1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413760" cy="2432304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33832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☁️ 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Cloudinary (media CDN)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62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Stripe (payments)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GitHub Actions 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570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Vercel (deployment)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04487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MongoDB Atlas (cloud DB)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89120"/>
            <a:ext cx="5303520" cy="146304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4389120"/>
            <a:ext cx="53035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🔒  Security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74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Helmet HTTP headers  •  Rate limiting  •  Mongo sanitize  •  XSS clean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389120"/>
            <a:ext cx="5029200" cy="146304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4389120"/>
            <a:ext cx="5029200" cy="54864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4572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Segoe UI"/>
              </a:defRPr>
            </a:pPr>
            <a:r>
              <a:t>🛠️  Dev Tooling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074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npm workspaces (monorepo)  •  Concurrently  •  Vitest  •  Jest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00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Segoe UI"/>
              </a:defRPr>
            </a:pPr>
            <a:r>
              <a:t>🌐  Client (Port 5173)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React 18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Redux Toolkit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467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Lazy-loaded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94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Axios Interceptors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41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ErrorBoundary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Protected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474720"/>
            <a:ext cx="1097280" cy="73152"/>
          </a:xfrm>
          <a:prstGeom prst="roundRect">
            <a:avLst/>
          </a:prstGeom>
          <a:solidFill>
            <a:srgbClr val="4EC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ECEC6"/>
                </a:solidFill>
                <a:latin typeface="Segoe UI"/>
              </a:defRPr>
            </a:pPr>
            <a:r>
              <a:t>/api proxy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011680"/>
            <a:ext cx="320040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94960" y="2011680"/>
            <a:ext cx="320040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EC6"/>
                </a:solidFill>
                <a:latin typeface="Segoe UI"/>
              </a:defRPr>
            </a:pPr>
            <a:r>
              <a:t>⚙️  Server (Port 5000)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Express.js +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JWT Auth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3467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Rate Limiter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694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Mongoose ODM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041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Validators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▸ Error Handler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474720"/>
            <a:ext cx="1097280" cy="73152"/>
          </a:xfrm>
          <a:prstGeom prst="round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93D"/>
                </a:solidFill>
                <a:latin typeface="Segoe UI"/>
              </a:defRPr>
            </a:pPr>
            <a:r>
              <a:t>Mongoose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2560320"/>
            <a:ext cx="164592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58400" y="2560320"/>
            <a:ext cx="16459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49840" y="2743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Segoe UI"/>
              </a:defRPr>
            </a:pPr>
            <a:r>
              <a:t>🗄️ MongoDB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200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Atlas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566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10 Collections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Student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🔍  Course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Searchable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62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Category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Rating &amp;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570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Free &amp; paid courses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38328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EC6"/>
                </a:solidFill>
                <a:latin typeface="Segoe UI"/>
              </a:defRPr>
            </a:pPr>
            <a:r>
              <a:t>▶️  Learning Player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HD video playback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62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Article 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Quiz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570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Personal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33832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📈  Progress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Lesson completion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62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XP &amp; streak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095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Schedule planner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570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Certificate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536448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5303520" cy="54864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Segoe UI"/>
              </a:defRPr>
            </a:pPr>
            <a:r>
              <a:t>💬  Community &amp;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00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Course Q&amp;A discussions with instructor replies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48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Community forum for peer interaction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955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Assignment submission &amp;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430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Saved courses bookmark 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14800"/>
            <a:ext cx="5184742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4114800"/>
            <a:ext cx="5029200" cy="54864"/>
          </a:xfrm>
          <a:prstGeom prst="rect">
            <a:avLst/>
          </a:prstGeom>
          <a:solidFill>
            <a:srgbClr val="4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4297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6EFF"/>
                </a:solidFill>
                <a:latin typeface="Segoe UI"/>
              </a:defRPr>
            </a:pPr>
            <a:r>
              <a:t>📋  Dashboard Modules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00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StudentDashboard — overview with stats &amp; schedule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1480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MyCoursesPage — enrolled course grid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49554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AchievementsPage — XP, badges, streaks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84301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AssignmentsPage — pending &amp; completed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365760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Instructor &amp; Admin Panels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239572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EC6"/>
                </a:solidFill>
                <a:latin typeface="Segoe UI"/>
              </a:defRPr>
            </a:pPr>
            <a:r>
              <a:t>🎬  Instructor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Course Studio — create &amp; edit full curricula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62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Add video, article, and quiz lessons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95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Revenue &amp; enrollment analytics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570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Q&amp;A Dashboard — respond to student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0448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Manage course pricing &amp; thumbnails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59680" cy="239572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🏢  Admin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14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AdminUsersPage — manage all user accounts &amp;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620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AdminCoursesPage — moderate the entire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954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AdminOrdersPage — track payments &amp; refunds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5701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AdminCouponsPage — create flat/% discount 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044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Role-based access: Student → Instructor → 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698480" cy="146304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106984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🔐  Role-Based Access Control (RBAC)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JWT access + refresh token pair  •  Google OAuth via Passport.js  •  Middleware guards per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2239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RoleRoute component on frontend  •  ProtectedRoute + GuestRoute wrappers  •  Auto token refresh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4864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1"/>
                </a:solidFill>
                <a:latin typeface="Segoe UI"/>
              </a:defRPr>
            </a:pPr>
            <a:r>
              <a:t>MongoDB Atlas  •  10 Mongoose Collections  •  Optimized with .lean()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762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name, email, password, role, avatar,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76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EC6"/>
                </a:solidFill>
                <a:latin typeface="Segoe UI"/>
              </a:defRPr>
            </a:pPr>
            <a: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7627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title, slug, price, instructor, thumbnail, 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79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9992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title, type (video/article/quiz), content,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926079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CB77"/>
                </a:solidFill>
                <a:latin typeface="Segoe UI"/>
              </a:defRPr>
            </a:pPr>
            <a:r>
              <a:t>Enrollment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992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user, course, progress, completedLessons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Segoe UI"/>
              </a:defRPr>
            </a:pPr>
            <a:r>
              <a:t>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822191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user, course, amount, status, paymentId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49039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8221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6EFF"/>
                </a:solidFill>
                <a:latin typeface="Segoe UI"/>
              </a:defRPr>
            </a:pPr>
            <a:r>
              <a:t>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22191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course, user, question, replies, votes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2000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45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6451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user, course, rating, comment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72000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645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EC6"/>
                </a:solidFill>
                <a:latin typeface="Segoe UI"/>
              </a:defRPr>
            </a:pPr>
            <a:r>
              <a:t>Coupon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6451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code, type (flat/percent), discount, expiry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468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4681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name, slug, courseCount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303520" cy="685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5468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CB77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4681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1"/>
                </a:solidFill>
                <a:latin typeface="Segoe UI"/>
              </a:defRPr>
            </a:pPr>
            <a:r>
              <a:t>name, email, subject, message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4864"/>
          </a:xfrm>
          <a:prstGeom prst="rect">
            <a:avLst/>
          </a:prstGeom>
          <a:solidFill>
            <a:srgbClr val="4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API Layer &amp;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38404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54864"/>
          </a:xfrm>
          <a:prstGeom prst="rect">
            <a:avLst/>
          </a:prstGeom>
          <a:solidFill>
            <a:srgbClr val="4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6EFF"/>
                </a:solidFill>
                <a:latin typeface="Segoe UI"/>
              </a:defRPr>
            </a:pPr>
            <a:r>
              <a:t>🌐  REST API v1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POST /api/v1/auth/register — signup + email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62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POST /api/v1/auth/login — JWT token 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95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GET  /api/v1/courses — catalog with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570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GET  /api/v1/courses/:slug — full course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0448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POST /api/v1/payment/create — Stripe checkout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POST /api/v1/payment/verify — confirm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99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GET  /api/v1/users/me — current user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469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CRUD /api/v1/discussions — course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943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CRUD /api/v1/coupons — admin coupon mgmt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5029200" cy="1975104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011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🛡️  Security 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14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Helmet — secure HTTP headers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620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express-rate-limit — DDoS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0954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express-mongo-sanitize — injection 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5701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xss-clean — script injection blocking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19"/>
            <a:ext cx="5137608" cy="1975103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931920"/>
            <a:ext cx="5029200" cy="54864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Segoe UI"/>
              </a:defRPr>
            </a:pPr>
            <a:r>
              <a:t>🔑  Auth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617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Access token (15m) + Refresh token (7d)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9651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HttpOnly cookies for refresh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3126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Axios interceptor auto-refresh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66013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Google OAuth 2.0 via Passport.js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CI/CD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920240" cy="1645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9202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Segoe UI"/>
              </a:defRPr>
            </a:pPr>
            <a:r>
              <a:t>1.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Developer pushes to main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017520"/>
            <a:ext cx="182880" cy="54864"/>
          </a:xfrm>
          <a:prstGeom prst="roundRect">
            <a:avLst/>
          </a:prstGeom>
          <a:solidFill>
            <a:srgbClr val="A0A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80" y="2286000"/>
            <a:ext cx="1920240" cy="1645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0" y="2286000"/>
            <a:ext cx="192024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EC6"/>
                </a:solidFill>
                <a:latin typeface="Segoe UI"/>
              </a:defRPr>
            </a:pPr>
            <a:r>
              <a:t>2. Lint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ESLint checks code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3017520"/>
            <a:ext cx="182880" cy="54864"/>
          </a:xfrm>
          <a:prstGeom prst="roundRect">
            <a:avLst/>
          </a:prstGeom>
          <a:solidFill>
            <a:srgbClr val="A0A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20640" y="2286000"/>
            <a:ext cx="1920240" cy="1645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0" y="2286000"/>
            <a:ext cx="192024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3.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Jest (server) + Vitest (client)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3017520"/>
            <a:ext cx="182880" cy="54864"/>
          </a:xfrm>
          <a:prstGeom prst="roundRect">
            <a:avLst/>
          </a:prstGeom>
          <a:solidFill>
            <a:srgbClr val="A0A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199" y="2286000"/>
            <a:ext cx="1920240" cy="1645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199" y="2286000"/>
            <a:ext cx="192024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4.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Vite production bundle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59" y="3017520"/>
            <a:ext cx="182880" cy="54864"/>
          </a:xfrm>
          <a:prstGeom prst="roundRect">
            <a:avLst/>
          </a:prstGeom>
          <a:solidFill>
            <a:srgbClr val="A0A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509760" y="2286000"/>
            <a:ext cx="1920240" cy="1645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2286000"/>
            <a:ext cx="1920240" cy="54864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Segoe UI"/>
              </a:defRPr>
            </a:pPr>
            <a:r>
              <a:t>5.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9260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1"/>
                </a:solidFill>
                <a:latin typeface="Segoe UI"/>
              </a:defRPr>
            </a:pPr>
            <a:r>
              <a:t>Auto-deploy to Vercel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89120"/>
            <a:ext cx="5364480" cy="1746504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4389120"/>
            <a:ext cx="530352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EC6"/>
                </a:solidFill>
                <a:latin typeface="Segoe UI"/>
              </a:defRPr>
            </a:pPr>
            <a:r>
              <a:t>📦  Monorepo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74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npm workspaces: client/ + server/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223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Root scripts: dev, build,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76986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Shared config via package.json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389120"/>
            <a:ext cx="5059680" cy="1746504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4389120"/>
            <a:ext cx="502920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0" y="4572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⚙️  Environment 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74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MONGO_URI, JWT secrets, Stripe keys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4223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VITE_API_URL for client proxy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7698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•  .env.example for onboarding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640080"/>
            <a:ext cx="274320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868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731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WebRTC video classes + real-time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108960"/>
            <a:ext cx="9418320" cy="868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3108960"/>
            <a:ext cx="73152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EC6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Tutor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566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AI-powered learning assistant &amp; quiz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206240"/>
            <a:ext cx="9418320" cy="868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71600" y="4206240"/>
            <a:ext cx="7315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4297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2976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React Native companion app with offline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303520"/>
            <a:ext cx="9418320" cy="868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371600" y="5303520"/>
            <a:ext cx="73152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3949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1"/>
                </a:solidFill>
                <a:latin typeface="Segoe UI"/>
              </a:defRPr>
            </a:pPr>
            <a:r>
              <a:t>Instructor payouts, affiliate system,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0" y="2103120"/>
            <a:ext cx="4846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7159" y="3374136"/>
            <a:ext cx="3017520" cy="54864"/>
          </a:xfrm>
          <a:prstGeom prst="rect">
            <a:avLst/>
          </a:prstGeom>
          <a:solidFill>
            <a:srgbClr val="4EC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1031</Words>
  <Application>Microsoft Office PowerPoint</Application>
  <PresentationFormat>Widescreen</PresentationFormat>
  <Paragraphs>201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Rishabh Jitendra Tripathi</cp:lastModifiedBy>
  <cp:revision>2</cp:revision>
  <dcterms:created xsi:type="dcterms:W3CDTF">2013-01-27T09:14:16Z</dcterms:created>
  <dcterms:modified xsi:type="dcterms:W3CDTF">2026-05-03T08:09:58Z</dcterms:modified>
  <cp:category/>
</cp:coreProperties>
</file>