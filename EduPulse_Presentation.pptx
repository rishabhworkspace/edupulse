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EduPulse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Premium Learning Management System (MERN Stack)</a:t>
            </a:r>
          </a:p>
          <a:p>
            <a:r>
              <a:t>Architecture, Design &amp;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EduPulse is a comprehensive, scalable LMS platform.</a:t>
            </a:r>
          </a:p>
          <a:p>
            <a:pPr lvl="1"/>
            <a:r>
              <a:t>Target Audience: Students, Instructors, and Administrators.</a:t>
            </a:r>
          </a:p>
          <a:p>
            <a:pPr lvl="1"/>
            <a:r>
              <a:t>Core Features:</a:t>
            </a:r>
          </a:p>
          <a:p>
            <a:pPr lvl="2"/>
            <a:r>
              <a:t>User Management System (RBAC)</a:t>
            </a:r>
          </a:p>
          <a:p>
            <a:pPr lvl="2"/>
            <a:r>
              <a:t>Course Management System (Video &amp; Curriculum)</a:t>
            </a:r>
          </a:p>
          <a:p>
            <a:pPr lvl="2"/>
            <a:r>
              <a:t>Payment Management System (Stripe)</a:t>
            </a:r>
          </a:p>
          <a:p>
            <a:pPr lvl="2"/>
            <a:r>
              <a:t>Coupon Management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 (MERN)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Frontend</a:t>
            </a:r>
          </a:p>
          <a:p>
            <a:pPr lvl="1"/>
            <a:r>
              <a:t>React.js 18 + Vite (Fast compilation)</a:t>
            </a:r>
          </a:p>
          <a:p>
            <a:pPr lvl="1"/>
            <a:r>
              <a:t>Tailwind CSS (Custom UI tokens, Dark/Light Mode)</a:t>
            </a:r>
          </a:p>
          <a:p>
            <a:pPr lvl="1"/>
            <a:r>
              <a:t>Redux Toolkit (State Management)</a:t>
            </a:r>
          </a:p>
          <a:p>
            <a:pPr/>
            <a:r>
              <a:t>Backend &amp; Database</a:t>
            </a:r>
          </a:p>
          <a:p>
            <a:pPr lvl="1"/>
            <a:r>
              <a:t>Node.js &amp; Express.js (REST API)</a:t>
            </a:r>
          </a:p>
          <a:p>
            <a:pPr lvl="1"/>
            <a:r>
              <a:t>MongoDB &amp; Mongoose (NoSQL Schemas)</a:t>
            </a:r>
          </a:p>
          <a:p>
            <a:pPr lvl="1"/>
            <a:r>
              <a:t>Cloudinary (Media Hosting) &amp; Stripe (Payments)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MVC Pattern on Backend</a:t>
            </a:r>
          </a:p>
          <a:p>
            <a:pPr lvl="1"/>
            <a:r>
              <a:t>Models: Defining data schema</a:t>
            </a:r>
          </a:p>
          <a:p>
            <a:pPr lvl="1"/>
            <a:r>
              <a:t>Controllers: Business logic</a:t>
            </a:r>
          </a:p>
          <a:p>
            <a:pPr lvl="1"/>
            <a:r>
              <a:t>Routes: API endpoints definition</a:t>
            </a:r>
          </a:p>
          <a:p>
            <a:pPr/>
            <a:r>
              <a:t>Frontend Architecture</a:t>
            </a:r>
          </a:p>
          <a:p>
            <a:pPr lvl="1"/>
            <a:r>
              <a:t>Component-based UI with Lazy Loading</a:t>
            </a:r>
          </a:p>
          <a:p>
            <a:pPr lvl="1"/>
            <a:r>
              <a:t>Route Guards (RoleRoute, ProtectedRoute)</a:t>
            </a:r>
          </a:p>
          <a:p>
            <a:pPr lvl="1"/>
            <a:r>
              <a:t>Axios Interceptors for JWT token rotation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Schema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User Schema: Handles multi-roles (student, instructor, admin), passwords, JWT.</a:t>
            </a:r>
          </a:p>
          <a:p>
            <a:pPr/>
            <a:r>
              <a:t>Course Schema: Master course details, nested curriculum structure.</a:t>
            </a:r>
          </a:p>
          <a:p>
            <a:pPr/>
            <a:r>
              <a:t>Enrollment Schema: Tracks student progress, videos watched, completion.</a:t>
            </a:r>
          </a:p>
          <a:p>
            <a:pPr/>
            <a:r>
              <a:t>Order Schema: Records financial transactions, Stripe intents, coupon applications.</a:t>
            </a:r>
          </a:p>
          <a:p>
            <a:pPr/>
            <a:r>
              <a:t>Coupon Schema: Usage limits, discount logic (flat vs percentage).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&amp;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Authentication &amp; Authorization</a:t>
            </a:r>
          </a:p>
          <a:p>
            <a:pPr lvl="1"/>
            <a:r>
              <a:t>Secure HttpOnly cookies / Access Tokens</a:t>
            </a:r>
          </a:p>
          <a:p>
            <a:pPr lvl="1"/>
            <a:r>
              <a:t>bcryptjs for password hashing</a:t>
            </a:r>
          </a:p>
          <a:p>
            <a:pPr/>
            <a:r>
              <a:t>API Security</a:t>
            </a:r>
          </a:p>
          <a:p>
            <a:pPr lvl="1"/>
            <a:r>
              <a:t>Express Rate Limit &amp; Helmet for header protection</a:t>
            </a:r>
          </a:p>
          <a:p>
            <a:pPr lvl="1"/>
            <a:r>
              <a:t>Data Sanitization against NoSQL injection &amp; XSS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EduPulse LMS is ready for deployment and scaling.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